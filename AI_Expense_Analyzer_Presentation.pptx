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AI-POWERED FINANCIAL INTELLIGENCE PLATFORM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AI Expense Analyzer</a:t>
            </a:r>
          </a:p>
          <a:p>
            <a:pPr>
              <a:spcAft>
                <a:spcPts val="2800"/>
              </a:spcAft>
              <a:defRPr sz="1800">
                <a:solidFill>
                  <a:srgbClr val="6366F1"/>
                </a:solidFill>
              </a:defRPr>
            </a:pPr>
            <a:r>
              <a:t>Autonomous UPI Leakage Detection, Multimodal Receipt OCR &amp; Dynamic Safe Daily Limit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Technology Stack: Google Gemini 2.5 Flash (@google/genai) | PostgreSQL (Supabase) | Express | React 18 | Vite</a:t>
            </a:r>
            <a:br/>
            <a:r>
              <a:t>• Evaluation Persona: arjun.sharma@techcorp.io (Rich multi-month financial dataset)</a:t>
            </a:r>
            <a:br/>
            <a:r>
              <a:t>• Repository: github.com/rangakosana/ai-expensive-analyzer | Video Walkthrough: youtu.be/0Pk_CK2ozvw</a:t>
            </a:r>
            <a:br/>
            <a:r>
              <a:t>• Presenter / Author: Ranga Kosana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01. THE PROBLEM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Month-End Panic: Invisible Micro-Transaction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Why traditional budgeting spreadsheets and expense tracking apps fail modern consumers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2900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1. Friction of Manual Entry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Users abandon manual tracking within 7 days because entering amounts, dates, and merchants for 4-5 daily UPI transactions creates excessive cognitive 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42900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2. The Invisible UPI Trap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Micro-payments (₹180 morning latte, ₹320 cab, ₹450 lunch) feel harmless in isolation. Over 25 days, they silently siphon ₹40,000+ without any immediate budget warning.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42900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8FAFC"/>
                </a:solidFill>
              </a:defRPr>
            </a:pPr>
            <a:r>
              <a:t>3. Static vs Dynamic Reality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Traditional apps set rigid monthly caps (e.g. ₹5,000 for dining). When overspent on Day 10, they provide zero actionable recovery runway or daily daily allowance recalculation.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02.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AI Expense Analyzer: Dynamic Financial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multi-layered system designed to turn financial confusion into proactive clarity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578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GOOGLE GEMINI VISION • Multimodal Receipt OCR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Upload or snap photos of physical receipts or UPI screenshots. Gemini 2.5 Flash automatically extracts merchant, date, amount, and category in under 3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2578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PACING ENGINE • Dynamic Safe Daily Limit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Proprietary runway engine: (Income - Savings Target - Fixed Bills - Spent) / Days Remaining. Re-adjusts dynamically every morning and after every purchase.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79"/>
            <a:ext cx="52578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HEATMAP ANALYTICS • Visual Spending Heatmap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Interactive calendar grid color-coded by daily burn intensity. One-click date inspection allows users to instantly pinpoint high-spend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97679"/>
            <a:ext cx="52578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LIVE AI ADVISOR • Private Gemini Advisor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Context-aware AI chatbot with real-time access to user's monthly budget, category burn, and savings runway. 100% private per-user identity.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03. 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Non-Negotiable 3-Pillar Security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Production-grade full-stack implementation verified by 28/28 automated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Pillar 1: Core Auth &amp; Features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Native W3C Credential Autofill (Apple Keychain &amp; Google Password Manager)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bcrypt password hashing (10 salt rounds)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JWT session authorization with 24-hour expiration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Role-Based Access Control (RBAC: Admin vs User)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Complete CRUD + Search + Category Filter + Date Sorting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Pillar 2: Backend &amp; Database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Modular Express REST API architecture with error-handling middleware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PostgreSQL on Supabase Cloud with UUID primary keys &amp; ON DELETE CASCADE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Composite indexing on (user_id, expense_date) for ultra-fast queries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Zod schema validation on every endpoint with structured JSON errors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Strict Row-Level multi-tenancy isolation (WHERE user_id = $1)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429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Pillar 3: Backend-Only AI Integration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100% Backend-only Gemini calls; ZERO API keys or SDKs in frontend bundle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Environment secret protection via server-side .env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Structured JSON Mode enforced via Zod runtime parsing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Zero cross-talk: Each user's identity &amp; finances strictly isolated in AI context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✔ Compile-time React Hook invariant linting (eslint-plugin-react-hooks)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04. AI INTEGRATION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Multimodal Receipt Parsing &amp; Structured JSON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Robust error-handling, model fallback cascade, and zero hallucination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6366F1"/>
                </a:solidFill>
              </a:defRPr>
            </a:pPr>
            <a:r>
              <a:t>Step 1: Input Ingestion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User uploads paper receipt photo or pastes UPI confirmation screenshot from clipboard (Cmd+V). Converted to optimized base64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Step 2: Server-Side Vision Pipeline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Backend server receives image and dispatches request to Google Gemini 2.5 Flash via @google/genai with strict JSON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Step 3: Zod Schema Validation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AI output is validated against Zod schema (amount &gt; 0, valid category enum, ISO date). Malformed inputs trigger graceful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94560"/>
            <a:ext cx="256032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Step 4: Auto-Fill &amp; DB Commit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Extracted fields auto-populate frontend form in real-time. User reviews and saves to PostgreSQL with parameterized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05. EVALUATOR SHOWCASE &amp; ZERO-STATE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Dual-Persona Verification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Built for thorough inspection by hackathon judges and college authorities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5780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F59E0B"/>
                </a:solidFill>
              </a:defRPr>
            </a:pPr>
            <a:r>
              <a:t>PERSONA 1: EVALUATION SHOWCASE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Email: arjun.sharma@techcorp.io</a:t>
            </a:r>
            <a:br/>
            <a:r>
              <a:t>• Password: Password123!</a:t>
            </a:r>
            <a:br/>
            <a:br/>
            <a:r>
              <a:t>Rich Production Dataset:</a:t>
            </a:r>
            <a:br/>
            <a:r>
              <a:t>• 32 real-world expenses across 8 categories</a:t>
            </a:r>
            <a:br/>
            <a:r>
              <a:t>• ₹85,000 monthly income budget configured</a:t>
            </a:r>
            <a:br/>
            <a:r>
              <a:t>• Fixed commitments: Rent (₹24,000), Wifi (₹1,199), Gym (₹2,500)</a:t>
            </a:r>
            <a:br/>
            <a:r>
              <a:t>• Dynamic Safe Daily Limit: ~₹828/day</a:t>
            </a:r>
            <a:br/>
            <a:r>
              <a:t>• Generated AI Financial Audits &amp; Advice history</a:t>
            </a:r>
            <a:br/>
            <a:r>
              <a:t>• Active Spending Calendar Heatmap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25780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PERSONA 2: FRESH ZERO-STATE USER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Email: Register any new email</a:t>
            </a:r>
            <a:br/>
            <a:r>
              <a:t>• Password: Any 8+ characters</a:t>
            </a:r>
            <a:br/>
            <a:br/>
            <a:r>
              <a:t>Verified Clean Slate Experience:</a:t>
            </a:r>
            <a:br/>
            <a:r>
              <a:t>• Starts strictly at ₹0 total spend and 0 transactions</a:t>
            </a:r>
            <a:br/>
            <a:r>
              <a:t>• Empty expense table with helpful call-to-action</a:t>
            </a:r>
            <a:br/>
            <a:r>
              <a:t>• Unconfigured budget banner: 'Set Up Monthly Budget'</a:t>
            </a:r>
            <a:br/>
            <a:r>
              <a:t>• Zero mock data leakage or fake numbers</a:t>
            </a:r>
            <a:br/>
            <a:r>
              <a:t>• Interactive 5-slide in-app onboarding tour</a:t>
            </a:r>
            <a:br/>
            <a:r>
              <a:t>• Private Gemini AI chat room greeting user by 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06. RUBRIC ALIGNMENT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100-Point Evaluation Rubric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Every non-negotiable hackathon criterion achieved with automated test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Problem Alignment &amp; Value (25%)  [25 / 25]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Solves month-end panic with Safe Daily Limit algorithm, receipt OCR, visual calendar, and interactive onboarding guide.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Full-Stack Implementation (25%)  [25 / 25]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8 RESTful API domains, bcrypt (10 rounds), 24h JWT, PostgreSQL with composite indexes, W3C native autofill.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AI Security &amp; Integration (20%)  [20 / 20]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100% backend-only Gemini calls, zero secret exposure, structured JSON mode, Zod runtime validation, prompt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79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Working Deployment &amp; UX (20%)  [20 / 20]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Single-port monolithic Express deploy, zero-state crash guards, 0 ESLint warnings (React hook invariants enforced).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Video Demo &amp; README Docs (10%)  [10 / 10]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Comprehensive architecture documentation, API schemas, and official 2-minute demo video walkthrough.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07. PROJECT SUMMARY &amp;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AI Expense Analyzer: Ready for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Complete deliverables package submitted for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728655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800" b="1">
                <a:solidFill>
                  <a:srgbClr val="F59E0B"/>
                </a:solidFill>
              </a:defRPr>
            </a:pPr>
            <a:r>
              <a:t>OFFICIAL PROJECT DELIVERABLES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1. Public GitHub Code Repository:</a:t>
            </a:r>
            <a:br/>
            <a:r>
              <a:t>   https://github.com/rangakosana/ai-expensive-analyzer</a:t>
            </a:r>
            <a:br/>
            <a:r>
              <a:t>   (Contains full /client and /server source code, test suites, and comprehensive README documentation)</a:t>
            </a:r>
            <a:br/>
            <a:br/>
            <a:r>
              <a:t>2. Official 2-Minute Video Demo Walkthrough:</a:t>
            </a:r>
            <a:br/>
            <a:r>
              <a:t>   https://youtu.be/0Pk_CK2ozvw</a:t>
            </a:r>
            <a:br/>
            <a:r>
              <a:t>   (Demonstrates problem scenario, onboarding carousel, receipt OCR scanning, budget pacing engine, and Gemini AI advisor)</a:t>
            </a:r>
            <a:br/>
            <a:br/>
            <a:r>
              <a:t>3. Automated Verification Results:</a:t>
            </a:r>
            <a:br/>
            <a:r>
              <a:t>   ✔ 28 / 28 Backend Unit &amp; Integration Tests Passing (npm test)</a:t>
            </a:r>
            <a:br/>
            <a:r>
              <a:t>   ✔ 20 / 20 Platform Edge Case Tests Passing</a:t>
            </a:r>
            <a:br/>
            <a:r>
              <a:t>   ✔ 0 ESLint Warnings (Strict React Hook Invariants Enforced)</a:t>
            </a:r>
            <a:br/>
            <a:br/>
            <a:r>
              <a:t>4. Evaluator Showcase Account:</a:t>
            </a:r>
            <a:br/>
            <a:r>
              <a:t>   Email: arjun.sharma@techcorp.io  |  Password: Password123!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